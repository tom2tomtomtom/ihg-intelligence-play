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 /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Groups &amp; Meetings APAC Campaign Pitch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832104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Alt/Shift Response to Brief  |  March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07408"/>
            <a:ext cx="9144000" cy="7406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 $93,000  |  April – June 2026  |  Australia-First, APAC Boost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ISN'T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3931920"/>
            <a:ext cx="2926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0050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venues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IHG's problem.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03320" y="3200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IHG was optimizing operations,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built thought leadership empires.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1097280"/>
            <a:ext cx="5166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03320" y="1097280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1887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HILTON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Report: 3 years, 14 countries, hundreds of media placements annually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2103120"/>
            <a:ext cx="5166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2103120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1945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MARRIOTT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"Designing for Engagement Toolkit" endorsed by PCMA and CEMA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3108960"/>
            <a:ext cx="5166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3108960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32004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HYATT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"Together by Hyatt" with Deepak Chopra on the advisory 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4315968"/>
            <a:ext cx="5166360" cy="65836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4334256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IHG has better venues. Competitors have better voices.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" y="2606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3127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 authority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365760"/>
            <a:ext cx="36576" cy="438912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4114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 IS NOW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92040" y="10058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Events Australia (MEA) — the 50-year industry authority — is closing in 2025.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920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genuine vacuum in the Australian meeting planning community.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2788920"/>
            <a:ext cx="397764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816352"/>
            <a:ext cx="3794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Someone will fill this gap.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should be IHG.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3794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12 months to make it happen.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PROOF: THE CULTURAL INTELLIGENCE GAP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91 social posts  ·  TikTok, Instagram &amp; Twitter  ·  March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73152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 Analysed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50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Instagram · Twitter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697480" cy="7315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972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8/10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vs In-Person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Tension Severity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350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cross-platform signal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2697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972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26480" y="1847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Planning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Strength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350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convergence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8595360" cy="56692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1181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IHG-branded thought leadership content appeared in our entire 91-post dataset. The white space is real. The demand is proven.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22192"/>
            <a:ext cx="64008" cy="111556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77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credible primary research exists to cite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planners are actively wrestling with the Remote vs In-Person decision. They need an authoritative source — IHG can be 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8221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822192"/>
            <a:ext cx="64008" cy="111556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77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audience seeks and shares intelligence content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1879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cross-platform strength confirms corporate planners will actively engage with well-produced meeting industry content.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Become the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Authority.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48640" y="254203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IHG's existing YouGov research into Australia's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meetings industry intelligence source.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401568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564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187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purpose-led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401568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4564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74720" y="4187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wellbeing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401568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4564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309360" y="4187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curated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experiences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already has the data. We repackage it as authoritative industry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THREE-PILLAR ACTIVATION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concentrated for maximum impact rather than distributed for coverage.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56692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0241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of Australian Meetings" Report — Repackage IHG's YouGov data as industry-defining intelligence. Launch at AIME 2026. 6 weeks editorial packaging, not 8 weeks research.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2,500+ downloads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media placements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834640" cy="56692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0241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6276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Authority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37560" y="23774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partnership with @perfecteventsoz (96 score) and @girlaboutmelb (95 score). 3–4 month sustained content series each. Not one-off activation.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3886200"/>
            <a:ext cx="2560320" cy="77724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 impressions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planner audience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960120"/>
            <a:ext cx="283464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35240" y="10241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16276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Trade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09360" y="23774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On The Money podcast (scale + business-adjacent) + Spice Magazine (50K+ meeting planners). Two partnerships, maximum impact.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886200"/>
            <a:ext cx="2560320" cy="77724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decision-maker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reach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Production &amp; Contingency: $8K  |  Total: AUD $93,000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COMPETITORS CAN'T CLOSE THIS GAP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barriers — not just timing — mean the window belongs to IHG.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81051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HILTON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Trends Report: 3 years, 14 countries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Ipsos global infrastructure needs new AU research partnerships, local media relationships, and AIME presence from scratch.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128016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6984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18+ months minimum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64008" cy="1810512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MARRIOTT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PCMA-endorsed "Designing for Engagement" Toolkit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16184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Australian trade media relationships. No local event industry credibility. Starting from zero authority.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128016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06984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Zero AU presence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" cy="1810512"/>
          </a:xfrm>
          <a:prstGeom prst="rect">
            <a:avLst/>
          </a:prstGeom>
          <a:solidFill>
            <a:srgbClr val="6B4C9B"/>
          </a:solidFill>
          <a:ln w="12700">
            <a:solidFill>
              <a:srgbClr val="6B4C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HYATT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Together by Hyatt wellbeing positioning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35844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Property-level infrastructure requirement. Australian portfolio too limited to credibly own national meetings intelligence.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3017520"/>
            <a:ext cx="128016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03580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Portfolio too thin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26080"/>
            <a:ext cx="64008" cy="1810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6048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Digital booking ecosystem strength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6048" y="35844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is operational, not editorial. No inclination to build content authority — their competitive move is technology-first.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3017520"/>
            <a:ext cx="128016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03580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Wrong strategic direction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91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window exists because none of them can pivot fast enough to beat IHG to the MEA vacuum.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12-MONTH COMPETITIVE MOAT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in industry intelligence compounds. Once IHG is the source planners cite in budget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conversations, displacing that position requires superior data AND superior distribution. Competitors have neither ready to deploy.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15568" y="2157984"/>
            <a:ext cx="36576" cy="32918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7393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737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20440" y="17373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officially closes. IHG launches State of Australian Meetings at AIME.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5568" y="2907792"/>
            <a:ext cx="36576" cy="32918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523744"/>
            <a:ext cx="384048" cy="38404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87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48716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establishes download baseline, media placement record, industry citation.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15568" y="3657600"/>
            <a:ext cx="36576" cy="329184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273552"/>
            <a:ext cx="384048" cy="38404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2369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23697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announces 2027 report at AIME planning meetings — now the established source.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0233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9867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98678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competitor launching rival intelligence looks reactive, not authoritative.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8046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00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sequence matters. This isn't just a campaign. It's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AS SOLUTION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match this range. The intelligence report makes portfolio breadth strategic, not scattered.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737360" cy="117043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6367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PURPOSE-LED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463040"/>
            <a:ext cx="457200" cy="7315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960120"/>
            <a:ext cx="6217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960120"/>
            <a:ext cx="64008" cy="117043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06984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InterContinental — Cultural discovery programming at every property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Hotel Indigo — Neighbourhood immersion as the entire brand concept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1737360" cy="1170432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5915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74320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WELLBEING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2788920"/>
            <a:ext cx="457200" cy="73152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2286000"/>
            <a:ext cx="6217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2286000"/>
            <a:ext cx="64008" cy="1170432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239572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Six Senses — Ultra-luxury wellness at Phu Quoc &amp; Ninh Van Bay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 Hotels — Fitness-integrated meeting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Crowne Plaza — Work/Life Blend programme built into MICE packages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173736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8503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274320" y="42885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4114800"/>
            <a:ext cx="457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3611880"/>
            <a:ext cx="6217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97480" y="3611880"/>
            <a:ext cx="64008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372160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Hotel Indigo — Neighbourhood immersion is the entire brand DNA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InterContinental — Luxury cultural positioning, Hayman Island flagship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Marriott has scale. Hilton has global reach. Only IHG can map its full portfolio to all three demand categories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50F1E"/>
          </a:solidFill>
          <a:ln w="12700">
            <a:solidFill>
              <a:srgbClr val="05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3pts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74320" y="202996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/$1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7432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Business Rewards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493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 RATE COMPARISON (pts / $1)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8221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3867912"/>
            <a:ext cx="224028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40965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1560" y="4142232"/>
            <a:ext cx="1493520" cy="137160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0965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43708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Marriott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4416552"/>
            <a:ext cx="1120140" cy="137160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3708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pts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46451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Hyatt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4690872"/>
            <a:ext cx="746760" cy="137160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645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51960" y="320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LOYALTY STORY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ACTUALLY WORKS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51960" y="1298448"/>
            <a:ext cx="4663440" cy="804672"/>
          </a:xfrm>
          <a:prstGeom prst="rect">
            <a:avLst/>
          </a:prstGeom>
          <a:solidFill>
            <a:srgbClr val="FDECEA">
              <a:alpha val="92000"/>
            </a:srgbClr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35331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brief's master bill claim is incorrect. It contradicts IHG's own T&amp;Cs and could damage credibility with informed buyers.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37744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304288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50–200% higher earn rate than every major competitor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51960" y="2999232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92608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 spend requirement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3621024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54787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personal-business account for elite status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4242816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169664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Hacks partnership — reaches buyers who care about earn rates and will amplify organically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48097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story is better — concrete, comparable, and verifiable.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 THAT MATTER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starts Week 1. Competitors' share of voice is the baseline — IHG's growth is the story.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81635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816352" cy="56692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737360"/>
            <a:ext cx="64008" cy="548640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share of voice vs. Hilton/Marriott in MICE trade media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64008" cy="548640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meetings.ihg.com baseline traffic from Australia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3346704"/>
            <a:ext cx="64008" cy="548640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00984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Business Rewards enrollment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81635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816352" cy="56692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737360"/>
            <a:ext cx="64008" cy="54864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691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2,500+ downloads, 50+ earned media placements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542032"/>
            <a:ext cx="64008" cy="54864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49631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content: 1.5M+ impressions (corporate planner audience)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346704"/>
            <a:ext cx="64008" cy="54864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300984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meetings.ihg.com: 25% referral traffic increase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4151376"/>
            <a:ext cx="64008" cy="54864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4105656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Business Rewards: 15% enrollment uptick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960120"/>
            <a:ext cx="281635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960120"/>
            <a:ext cx="2816352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81928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1928" y="1737360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16916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established as go-to source for AU meetings intelligence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81928" y="2542032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2496312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relationships mature into ongoing brand ambassadors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1928" y="3346704"/>
            <a:ext cx="64008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3300984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becomes industry calendar fixture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+ TIMELINE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is the play. Everything else is amplification.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of Australian Meetings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 intelligence asset — fills MEA vacuum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1152144"/>
            <a:ext cx="4572000" cy="329184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152144"/>
            <a:ext cx="1476756" cy="329184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152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Two-Creator Deep Partnerships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authority building, 3–4 month content series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901952"/>
            <a:ext cx="4572000" cy="329184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901952"/>
            <a:ext cx="1476756" cy="329184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01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Podcast + Trade Media 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07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decision-maker reach, 50K+ meeting planners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2651760"/>
            <a:ext cx="4572000" cy="329184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2651760"/>
            <a:ext cx="122986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651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282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+ Contingency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5570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delivery, media assets, timeline buffer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63240" y="3401568"/>
            <a:ext cx="4572000" cy="329184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3401568"/>
            <a:ext cx="393192" cy="32918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993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 AUD $93,000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60857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→  W1–2 Creator + Spice lock-in  →  W3–4 YouGov editorial packaging  →  W5–6 Report design  →  W7–8 Pre-launch briefings  →  W9 AIME launch  →  W10–20 Creator series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is designed to function independently. The intelligence play doesn't collapse — it builds.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207008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If the report timeline slips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content and trade partnerships proceed independently. The intelligence positioning builds more gradually. Both pillars function as standalone authority builders without the report.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124712"/>
            <a:ext cx="2788920" cy="841248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612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SAFEGUARD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38988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YouGov data depth confirmed Week 1 before any other commitment is made.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13432"/>
            <a:ext cx="73152" cy="120700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0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If creator partnerships underperform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launch and trade media strategy create the authority foundation standalone. Report downloads and media placements are the primary success metric, not creator impressions.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478024"/>
            <a:ext cx="2788920" cy="841248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514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SAFEGUARD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@perfecteventsoz is the must-win. @girlaboutmelb is amplification.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66744"/>
            <a:ext cx="73152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58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If budget constraints tighten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050792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(report) is minimum viable authority play at $30K alone. Pillars 2 and 3 can phase to later in the year once report ROI is demonstrated to the business.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831336"/>
            <a:ext cx="2788920" cy="841248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SAFEGUARD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409651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 report fills the MEA vacuum and positions IHG as the authority — standalone.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WINDOW IS NOW.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closes this year.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AIME moment is April.  </a:t>
            </a:r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window is now.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12848"/>
            <a:ext cx="4114800" cy="2148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2257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timeline assumptions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YouGov data availability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measurement priorities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2212848"/>
            <a:ext cx="4114800" cy="2148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3208" y="232257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700" dirty="0"/>
          </a:p>
          <a:p>
            <a:pPr indent="0" marL="0">
              <a:buNone/>
            </a:pPr>
            <a:r>
              <a:rPr lang="en-US" sz="1700" b="1" spc="200" kern="0" dirty="0">
                <a:solidFill>
                  <a:srgbClr val="2A7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APPROVED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93208" y="288036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creator partnerships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editorial packaging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AIME activation slot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498848"/>
            <a:ext cx="9144000" cy="6492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1713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own Australian meetings intelligence?  The Intelligence Play starts here.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Intelligence Play - IHG Groups &amp; Meetings</dc:title>
  <dc:subject>PptxGenJS Presentation</dc:subject>
  <dc:creator>Alt/Shift</dc:creator>
  <cp:lastModifiedBy>Alt/Shift</cp:lastModifiedBy>
  <cp:revision>1</cp:revision>
  <dcterms:created xsi:type="dcterms:W3CDTF">2026-03-05T00:56:56Z</dcterms:created>
  <dcterms:modified xsi:type="dcterms:W3CDTF">2026-03-05T00:56:56Z</dcterms:modified>
</cp:coreProperties>
</file>